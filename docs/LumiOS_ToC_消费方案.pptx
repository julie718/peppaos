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457200"/>
            <a:ext cx="4114800" cy="4114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3657600"/>
            <a:ext cx="2743200" cy="2743200"/>
          </a:xfrm>
          <a:prstGeom prst="ellipse">
            <a:avLst/>
          </a:prstGeom>
          <a:solidFill>
            <a:srgbClr val="25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LumiOS 消费方案</a:t>
            </a:r>
          </a:p>
          <a:p>
            <a:pPr algn="ctr">
              <a:spcBef>
                <a:spcPts val="1200"/>
              </a:spcBef>
              <a:spcAft>
                <a:spcPts val="100"/>
              </a:spcAft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ToC方案</a:t>
            </a:r>
          </a:p>
          <a:p>
            <a:pPr algn="ctr">
              <a:spcBef>
                <a:spcPts val="1600"/>
              </a:spcBef>
              <a:spcAft>
                <a:spcPts val="100"/>
              </a:spcAft>
              <a:defRPr sz="1200" b="0">
                <a:solidFill>
                  <a:srgbClr val="787890"/>
                </a:solidFill>
                <a:latin typeface="Microsoft YaHei"/>
              </a:defRPr>
            </a:pPr>
            <a:r>
              <a:t>浙江灵序科技有限公司  |  lumiai.asia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62095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封面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LumiOS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Personal AI 生态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你的 AI 不止在你的电脑里。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它在你的眼镜上、台灯里、车里面——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同一个 Lumi，认识你，记得你，在所有地方陪着你。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浙江灵序科技有限公司 | lumiai.asia |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7296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你相信吗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AI 不应该是工具。应该是存在。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你今天怎么用 AI？打开网页版 ChatGPT。打开 Claude。打开 Kimi。每次都是"输入问题 → 等待回复 → 换一个窗口"。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这不是陪伴。这是查询终端。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**Lumi 不一样**。它从你的桌面长出来——一只活的桌面宠物，你开机它就在。你说话它回应。你沉默它安静。你焦虑它放缓语气。你去睡觉，它记得今天聊了什么，明天继续。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不是打开才能对话的 AI。是从你的桌面、手机、眼镜、台灯里长出来的存在。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记住你说过的每一件事。用你的方式说话。在所有数字空间里持续存在。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7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72967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19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桌面端已经可以用了。现在要让它出现在更多载体上。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3989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AI 人格：LumiOS 的核心不是对话，是存在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所有 AI 助手都能聊天。**没有一个能成为"谁"。**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8191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087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人格引擎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 的人格不是 preset 选出来的。是**孵化**出来的：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1. 从聊天记录提取你的表达偏好——句式长短、语气软硬、emoji 使用习惯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2. LLM 建模你的交互风格——是"先听后说"还是"直接给答案"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3. 随着对话量增长，人格从模糊到清晰——像认识一个人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99008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情绪感知 + 波动模型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7413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这是 Lumi 跟 Siri/Alexa/Copilot 拉开代际差距的地方：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72160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**情绪感知层**：语音频谱分析（语速/音高/停顿）、文本情感分析（用词/句式/频率）、行为信号（深夜活跃/高密度操作/沉默时长）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959351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199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**情绪波动模型**：不是给情绪打标签。是一个连续的、有物理规律的情绪状态空间——情绪有惯性、有衰减曲线、有触发阈值，像人的情绪一样是流动的，不是离散的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19709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**人格一致性**：情绪波动不影响人格基底。Lumi 可以感知到你今天不开心、语气放软——但不会变成一个完全不同的"人"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89703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416551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真正的护城河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599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大模型能力会趋同。开源 LLM 让对话质量变成水煤电。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19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**但人格数据不会趋同。** 你跟 Lumi 的每一次聊天、每一个情绪波谷、每一次深夜对话——都在让你手上的 Lumi 变得独一无二。换个平台？不可能。这个 Lumi 只认识你。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39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我们已经有的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LumiOS 桌面客户端，Windows + Linux，今天就能下载：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现状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AI 人格引擎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从聊天记录孵化专属人格，4 个 preset + 自定义，有在线市场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长期记忆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关键词检索 + 时间衰减 + LLM 自动提取，可视化记忆面板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语音全链路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唤醒词 "嘿 Lumi" → STT → LLM → TTS（CosyVoice 25 音色）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工具执行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生态 27 工具，控制系统音量/亮度/截图/窗口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跨设备同步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同账号 PC/手机/全息仓人格一致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33756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1071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这不是一个概念。这是一个已经能跑的软件。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0448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硬件是人格的容器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软件免费铺量。硬件是人格的物理载体——也是真正的商业引擎。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终端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形态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情绪表达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PC 桌面端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桌面宠物 + 语音助手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动作/表情跟随你的情绪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已上线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手机伴侣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iOS/Android 轻 App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通知语气随你状态调整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开发中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Lumi One 全息仓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3D AI 形象，孵化起点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全息微表情 + 身体语言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研发中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智能台灯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多模态感知 + 光效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光晕颜色/呼吸频率 = Lumi 的情绪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研发中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桌面机器人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有形互动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动作语言表达情感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研发中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AI 陪伴玩具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儿童友好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温暖的触感反馈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研发中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智能穿戴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AR眼镜/手表/耳机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感知你的心率，调整 Lumi 的回应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规划中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88620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935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同一套人格 + 情绪引擎驱动所有设备。Lumi 在台灯里的光效和在手表上的语气，来自同一个情绪模型。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5312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为什么 PC 厂会跟我们合作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行业现状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PC 行业同质化到了极致。联想小新和华为 MateBook 配置一样、价格一样、外观差不多。买谁？消费者没理由。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**AI 体验是唯一的增量差异**。问题是谁来做。Windows Copilot 定位生产力——写邮件、总结文档、开会记录。做得不错。但它不是陪伴。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7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16712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Lumi 是互补，不是竞争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5117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Copilot 帮你工作。Lumi **陪你**。这是两个完全不同的赛道：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89864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2549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Copilot = 白天的工具，用完关掉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136391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39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 = 开机就在的伙伴，记住你的一切，情绪随你波动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5584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一台电脑同时有 Copilot 和 Lumi——消费者打开电脑看到两个 AI，这是感知最强的差异化。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1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63016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OEM 合作细节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087368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1421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静默预装，&lt; 200MB，不弹窗不捆绑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325112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51959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首次启动 3 步：选声音 → 选人格 → 开始聊天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56285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8970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厂商可定制：桌面宠物形象、默认音色、品牌入口换肤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800599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27447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按激活量结算，阶梯费率——激活越多单价越高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093207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5020055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给厂商算一笔账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0410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年出货 500 万台，预估激活率 30% → 150 万活跃 Lumi 用户。这些用户会：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575157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7842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在 PC 上持续使用 Lumi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5989319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916167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未来购买 Lumi 生态的硬件（台灯/全息仓/机器人）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" y="6227063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153911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成为品牌 AI 差异化的口碑传播者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Lumi 无处不在：从屏幕到物理世界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手机 + 穿戴 = Lumi 感知你的世界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**手机伴侣**：iOS/Android 轻 App，&lt; 80MB。语音唤醒 + TTS 回复 + 通知推送。核心算力云端，本地只做音频。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**穿戴设备——人格的情绪传感器**：AR 眼镜让 Lumi 叠加现实，看到你所看到的（跟 Rokid/XREAL 谈 SDK 接入）。智能手表通过心率 + 语音频谱交叉分析——你还没说话，Lumi 就从心率变异性知道你今天压力大。TWS 耳机唤醒词直达，骨传导感应你的音调变化作为情绪模型的实时输入。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67127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67127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40279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所有传感数据汇入同一个情绪波动模型。Lumi 不只听你说什么——它感知你的状态。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73405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未来技术：从软件人格到物理存在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1810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这些不是今天在卖的产品。它们定义我们要去哪。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9242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**空气成像交互** — 不需要屏幕。Lumi 的 3D 全息形象浮在空气中，手势互动、眼神交流。MicroLED 空气成像技术已在实验室跑通——我们做的是把 Lumi 的人格装进去。研发储备，预计 2028 年原型展出。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66744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**人车家跨终端同步** — 同一个 Lumi，车里导航、回家开灯、办公提醒、眼镜浮提示，无缝切换。跨终端人格同步协议设计中，2027 Q2 发布 v1。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4106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**灵息先人灵体** — AI 人格的具身化。台灯的光晕 = Lumi 的情绪，机器人的动作 = Lumi 的人格驱动。概念验证中，随硬件矩阵逐步落地。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1538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LumiOS 永远免费。算力赠送。不卖会员。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013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收入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185416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预期占比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硬件终端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自研产品 + OEM 联名分成 + 品牌授权费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55%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技能市场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平台抽成 15-30%，付费技能开发者拿 70-85%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人格市场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社区创作人格 preset，平台抽成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3538728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46557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硬件是核心引擎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9624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自研产品有毛利率，OEM 联名有分成，品牌授权有一次性收入。每一台设备卖出去，Lumi 就多一个物理世界的触角。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97096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1239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市场是长尾金矿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0799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MCP 技能市场和人格市场边际成本趋近于零。一个开发者写了一个好用的飞书 MCP 插件——他赚钱，Lumi 抽成。1000 个开发者做同样的事——Lumi 的护城河是平台本身。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78231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为什么不卖订阅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239512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66359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订阅会让用户流失——软件免费 = 人人可用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47725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0410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硬件有真实的供需关系——用户愿意为好产品付钱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714999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41847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平台抽成是生态税——越多开发者、越多用户、越多交易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934455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934455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6007607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没有增长黑客。没有转化漏斗。只有做一个好东西、卖一个好价钱。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增长飞轮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用户越多 → 人格越成熟（经同意提取数据）→ 体验越好 → 口碑越强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950976"/>
          </a:xfrm>
          <a:prstGeom prst="round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8191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F46E5"/>
                </a:solidFill>
                <a:latin typeface="Microsoft YaHei"/>
              </a:defRPr>
            </a:pPr>
            <a:r>
              <a:t>↓</a:t>
            </a:r>
            <a:br/>
            <a:r>
              <a:t>硬件合作找上门 → 预装进更多设备 → 品牌认知飞升</a:t>
            </a:r>
            <a:br/>
            <a:r>
              <a:t>↓</a:t>
            </a:r>
            <a:br/>
            <a:r>
              <a:t>MCP 技能爆发 → 生态自运转 → 护城河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542032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节点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用户量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触发事件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冷启动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0-1 万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种子用户 + 首笔 OEM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产品验证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1-10 万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日活 &gt; 30%，次日留存 &gt; 40%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规模增长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10-100 万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第二家 OEM + 手机端发布 + 技能市场开放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生态成型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100 万+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穿戴接入 + 空气成像商用 + 社区自运转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09651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时间线与种子计划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执行时间线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18488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软件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硬件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关键数字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2026 Q3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手机 MVP、跨设备同步 v1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OEM 方案、首家合作洽谈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 万用户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2026 Q4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技能市场开放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智能台灯首批、穿戴 SDK alpha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 万用户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2027 Q1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手机正式版、人格市场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AR 眼镜原型、第二家 OEM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10 万用户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2027 Q2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社区自运转、人车家协议 v1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Lumi One 限量发售、空气成像原型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50 万用户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246120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31729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元始种子计划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5701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面向 LumiOS 早期用户的硬件优先体验计划。种子用户通过首批合作设备接入 Lumi 生态，参与人格孵化——用的人越多，人格越成熟。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3133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**种子用户权益**：首批硬件优先购买权（台灯/机器人/全息仓）、终身老用户身份（硬件折扣 + 人格市场权益）、专属社区通道直接跟团队交流。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0565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**合作方招募**：智能硬件厂商、AR/VR 设备商、消费电子品牌——你的硬件 + Lumi 的人格引擎 = 新产品品类。首批 1000 人不是买硬件，是参与创造一个 AI 物种。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9975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379975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7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你改变的不是一个设置，是你手上这个 Lumi 本身。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4690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五个关键里程碑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1. **手机伴侣 MVP**：跑通 iOS + Android 语音唤醒和人格同步，Q3 交付。让 Lumi 第一次走出桌面。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2. **首家 PC OEM 签约**：联想/华为/Dell/荣耀，谈下第一家预装合作。让 Lumi 出厂就长在电脑上——这是用户量从千到万的杠杆点。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3. **MCP 技能市场开放**：引入第一批 50 个社区开发者和 100 个技能。从交易抽成验证商业模式。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4. **智能台灯试产**：首批 500 台→种子用户发货。验证"硬件 + 情绪引擎"的用户体验闭环。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5. **AR 眼镜 SDK**：跟 Rokid 或 XREAL 达成 SDK 接入合作。让 Lumi 在你的视野里出现。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99008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投资人在看什么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44728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Q3：MVP 交付 + 种子用户反馈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685031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79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Q4：OEM 合同 + 硬件预售数据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92277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962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2027 Q1：用户破 10 万 + 市场 GMV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4223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**联系**：毛先生 | lumiai.asia | 3565286431@qq.com | 微信：Cap_William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1655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087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## 附录 · 关于我们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6519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浙江灵序科技有限公司 · Personal AI 生态平台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3951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产品线：LumiOS / Lumi One 全息仓 / 智能台灯 / 桌面机器人 / AI 陪伴玩具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1383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未来技术：空气成像交互 · 智能穿戴生态 · 人车家跨终端 · 灵息先人灵体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8815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使命：让人类本身得以延伸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6247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lumiai.asia | AGPL-3.0 开源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