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4572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657600"/>
            <a:ext cx="2743200" cy="2743200"/>
          </a:xfrm>
          <a:prstGeom prst="ellipse">
            <a:avLst/>
          </a:prstGeom>
          <a:solidFill>
            <a:srgbClr val="25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LumiOS 企业方案</a:t>
            </a:r>
          </a:p>
          <a:p>
            <a:pPr algn="ctr">
              <a:spcBef>
                <a:spcPts val="1200"/>
              </a:spcBef>
              <a:spcAft>
                <a:spcPts val="100"/>
              </a:spcAft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ToB方案</a:t>
            </a:r>
          </a:p>
          <a:p>
            <a:pPr algn="ctr">
              <a:spcBef>
                <a:spcPts val="1600"/>
              </a:spcBef>
              <a:spcAft>
                <a:spcPts val="100"/>
              </a:spcAft>
              <a:defRPr sz="1200" b="0">
                <a:solidFill>
                  <a:srgbClr val="787890"/>
                </a:solidFill>
                <a:latin typeface="Microsoft YaHei"/>
              </a:defRPr>
            </a:pPr>
            <a:r>
              <a:t>浙江灵序科技有限公司  |  lumiai.asia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62095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封面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LumiOS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AI 人格操作系统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让每一个组织，长出属于自己的 AI。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浙江灵序科技有限公司 | lumiai.asia |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99% 的企业 AI 落地都失败了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不是技术不行。是做法错了。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**传统路径**：访谈 3 个月 → 定制开发 6 个月 → 全员培训 → 上线后没人用 → 业务变了重来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**结果**：花了几百万，员工把它当作业工具，应付完考核就忘了。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这不是 AI 的问题是适配的问题。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0487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LumiOS 不做定制工作流。Lumi 在日常使用中，自己感受、自己学习、自己长出来。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更致命的是——现有企业 AI 全部零情绪感知能力。它不知道员工在沮丧、在赶 deadline、在被要求应付。**Lumi 知道。**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729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AI 人格引擎：不是工具，是存在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LumiOS 的核心不是对话模型，不是工作流引擎，是 **AI 人格**。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8191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087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什么是 AI 人格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每个人用 AI 的方式都不一样。有人要它直接、有人要它温柔、有人要它先听再说。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 从交互中学习你的偏好——不是填问卷，不是选配置，是它在跟你聊天的过程中**自己感受出来的**。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414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情绪感知 + 波动模型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2549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这是 LumiOS 真正的技术护城河：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72968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9981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**情绪感知**：语速变快、用词变短、深夜还在打字——Lumi 知道你焦虑，调整回复节奏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410711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**情绪波动模型**：不是二分类"开心/不开心"。是一个连续的情绪状态空间，有强度、有衰减、有触发阈值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4845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7530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**人格一致性**：无论情绪怎么波动，人格基底稳定——像人的性格一样，有情绪但不失自我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41063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867911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为什么企业需要这个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5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一个能感知情绪的管理者，比一个只会分派任务的管理者，团队绩效高 30%。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7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 对每个员工都一样——**它记得你、感知你、用你最舒服的方式跟你工作。**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59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让 AI 自己长出来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想象一个新员工入职——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第一天：装 Lumi 客户端，什么都没发生。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第一周：Lumi 开始认识团队里的人，知道谁在哪个部门，什么文件在哪。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第一个月：Lumi 发现了规律——"每次报销都是找王经理审批 → 提交 OA → 归档财务部"。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第三个月：Lumi 自己把这个流程提取为模板，下一个新员工直接能用。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39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39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9191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没有访谈。没有定制。不需要培训。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729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部署即用。工作中自己长出来。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4728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部署方式与隐私保障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三个组件，一天部署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**中心服务器** — Docker 一键部署在企业内网。负责组织记忆库的存储和检索、AI 人格的一致性同步、Token 配额的分发管理、以及管理仪表盘的 Web 服务。最低配置 4 核 8G，支持横向扩展。核心数据不出企业内网。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**桌面客户端** — Windows + Linux 原生客户端（Tauri v2），装完即用。以桌面宠物形态低摩擦存在——不弹窗、不打扰、不强制。语音唤醒、对话、TTS 回复走完整链路。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**企业 MCP 插件** — 通过 MCP 协议对接企业现有的办公工具。开箱即用的插件由灵序维护，企业也可以自行开发私有插件。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**硬件延展**：Lumi One 全息仓（会议室/高管办公室）· 智能台灯（开放式办公区光效交互）· 桌面机器人（前台接待）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**接入流程**：装客户端 → 组织码扫码加入 → 开始使用。一个下午全员上线。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99008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隐私，我们不妥协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企业引入 AI 的第一个顾虑从来不是"它有多聪明"，而是"它会不会泄露什么"。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648455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数据层级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谁可见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存储位置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组织统计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接入率、活跃度、知识沉淀量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中心服务器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工作流模板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审批链、文件路径、操作模式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管理员 + 同部门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中心服务器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个人记忆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对话偏好、习惯、情绪特征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仅本人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本地加密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对话内容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聊天记录、语音录音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仅本人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本地加密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" y="520293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**员工权利**：随时查看 Lumi 记住了自己什么。一键导出全部个人数据。一键删除——本地和服务器端同时清除。离职后个人数据自动销毁。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7725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**架构保证，不是承诺。** 私有部署模式下对话内容根本不出企业内网。LLM 调用走企业自有的 API Key，Lumi 不中转、不存储、不分析。信任是你看见了架构之后自然发生的事。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5157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管理仪表盘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中心服务器 Web 管理台，一眼看清组织 AI 运转状态：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58191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**总览**：多少人在用、每天用多少次、活跃曲线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19656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46504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**知识雷达**：哪些部门沉淀了多少知识，哪里有缺口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057400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**工作流图谱**：Lumi 发现了哪些自动化机会，哪些已被采纳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295144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21991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**组织认知报告**：每月自动产出 — 流程冲突在哪、知识孤岛在哪、效率瓶颈在哪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53288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5973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**情绪温度计**：基于交互数据的团队情绪趋势——哪个部门在焦虑、什么时候士气低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52343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52343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825495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不是监控工具。是组织智商 + 组织情商的仪表盘。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开放生态与商业模式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MCP 开放生态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企业现有的工具系统全部通过 MCP 协议接入 Lumi。MCP 是 Anthropic 发布的开放标准，不被任何厂商锁定。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92807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插件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飞书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消息收发、文档读写、日程管理、审批流触发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开发中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钉钉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消息收发、DING 消息、智能填表、考勤查询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规划中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企业微信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消息、日程、审批、客户联系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规划中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泛微/致远 OA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流程发起/审批/查询、公文流转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规划中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Outlook/企业邮箱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邮件检索、智能摘要、草稿建议、日历同步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规划中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7216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灵序提供完整 SDK + 文档 + 安全审核。企业用 TypeScript/Python 写 MCP Server，注册到中心服务器全员即用。一个企业写了，可以上架市场卖给其他企业——开发成本变成收入来源。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6907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99592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79975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79975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53127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LumiOS 软件永久免费。算力赠送。不按人头收费。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4946903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硬件终端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自研 + 合作售卖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Lumi One 全息仓、智能台灯、桌面机器人、AI 陪伴玩具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专业服务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项目制报价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私有部署实施、定制 MCP 插件开发、企业培训、专属运维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技能市场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平台抽成 15-30%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企业/社区开发的 MCP 工具上架，付费技能开发者拿 70-85%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品牌定制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一次性授权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桌面宠物形象定制、企业专属音色、品牌入口换肤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交付节奏与核心竞争力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交付节奏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18488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交付内容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企业看到的变化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试点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 周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中心服务器部署、20 员工接入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AI 开始认人认文件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磨合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1-3 月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组织记忆沉淀、MCP 插件对接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有人主动问 Lumi 问题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推广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3-6 月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全公司上线、首份组织认知报告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新员工第一天就有人带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深化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6 月+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自主工作流上线、硬件终端部署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Lumi 主动给管理者提建议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1729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任何阶段觉得不合适——卸载客户端、停掉 Docker 容器。数据归企业，标准格式导出，无迁移锁定。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3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44728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为什么选 LumiOS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831335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传统企业 AI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LumiOS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上线周期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3-6 个月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 天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定制成本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几十万到几百万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员工接受度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强制培训，应付考核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桌面宠物，自然交互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情绪感知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不存在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语音/用词/行为实时分析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人格适配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所有人同一个语气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每个人一个 Lumi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业务变化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重新花钱定制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自动适应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知识留存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人离职知识消失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组织记忆持续沉淀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数据安全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数据上云有风险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完全私有部署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锁定风险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封闭系统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开放标准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我们建议的启动路径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18488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18488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第一步：线上演示（30 分钟）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8541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看看 Lumi 长什么样，语音对话、桌面宠物、记忆面板、管理台——不是 PPT，是真跑起来的软件。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9736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9736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3288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第二步：选 1-2 个部门免费试跑 30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2666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不花钱。中心服务器我们帮你部署。选一个愿意尝鲜的团队——研发部、市场部都行——让他们在日常工作中自然使用。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00984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00984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74136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第三步：出评估报告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67911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30 天后用数据说话：多少人真的在用、每天用多久、沉淀了多少知识、大家怎么说。好就推开，不好就停掉，数据归你。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42231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142231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15383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第四步：全公司部署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59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从 20 人到全公司，平滑扩容。中心服务器你那边已经有现成的了。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56631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983479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你不需要相信我们说的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675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让 30 天试用给你答案。员工会不会用——让数据说。AI 能不能长出来——亲眼看到。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41847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641847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14999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软件不要钱。试用不要钱。你唯一需要的是一点好奇心。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0877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联系：毛先生 | lumiai.asia | 3565286431@qq.com | 微信：Cap_William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